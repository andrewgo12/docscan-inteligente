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Informe Anual de Gestión DocScan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de Evaluación de Plantillas Editables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